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4"/>
  </p:notesMasterIdLst>
  <p:handoutMasterIdLst>
    <p:handoutMasterId r:id="rId15"/>
  </p:handoutMasterIdLst>
  <p:sldIdLst>
    <p:sldId id="338" r:id="rId5"/>
    <p:sldId id="327" r:id="rId6"/>
    <p:sldId id="315" r:id="rId7"/>
    <p:sldId id="329" r:id="rId8"/>
    <p:sldId id="302" r:id="rId9"/>
    <p:sldId id="342" r:id="rId10"/>
    <p:sldId id="339" r:id="rId11"/>
    <p:sldId id="340" r:id="rId12"/>
    <p:sldId id="30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91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12/28/2025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12/28/2025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0" y="4141999"/>
            <a:ext cx="5956885" cy="1335070"/>
          </a:xfrm>
        </p:spPr>
        <p:txBody>
          <a:bodyPr>
            <a:normAutofit fontScale="92500" lnSpcReduction="10000"/>
          </a:bodyPr>
          <a:lstStyle/>
          <a:p>
            <a:r>
              <a:rPr lang="en-IN" sz="2400" b="0" dirty="0" err="1">
                <a:solidFill>
                  <a:schemeClr val="tx1"/>
                </a:solidFill>
              </a:rPr>
              <a:t>Name:Parvez</a:t>
            </a:r>
            <a:r>
              <a:rPr lang="en-IN" sz="2400" b="0" dirty="0">
                <a:solidFill>
                  <a:schemeClr val="tx1"/>
                </a:solidFill>
              </a:rPr>
              <a:t> Thabarak </a:t>
            </a:r>
            <a:r>
              <a:rPr lang="en-IN" sz="2400" b="0" dirty="0" err="1">
                <a:solidFill>
                  <a:schemeClr val="tx1"/>
                </a:solidFill>
              </a:rPr>
              <a:t>Vavilathota</a:t>
            </a:r>
            <a:endParaRPr lang="en-IN" sz="2400" b="0" dirty="0">
              <a:solidFill>
                <a:schemeClr val="tx1"/>
              </a:solidFill>
            </a:endParaRPr>
          </a:p>
          <a:p>
            <a:r>
              <a:rPr lang="en-IN" sz="2400" b="0" dirty="0">
                <a:solidFill>
                  <a:schemeClr val="tx1"/>
                </a:solidFill>
              </a:rPr>
              <a:t>Email:pv2636@srmist.edu.in</a:t>
            </a:r>
          </a:p>
          <a:p>
            <a:r>
              <a:rPr lang="en-IN" sz="2400" b="0" dirty="0">
                <a:solidFill>
                  <a:schemeClr val="tx1"/>
                </a:solidFill>
              </a:rPr>
              <a:t>STU ID : STU65793b747b12c1702443892</a:t>
            </a:r>
          </a:p>
          <a:p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947" y="2422277"/>
            <a:ext cx="8406882" cy="743448"/>
          </a:xfrm>
        </p:spPr>
        <p:txBody>
          <a:bodyPr>
            <a:noAutofit/>
          </a:bodyPr>
          <a:lstStyle/>
          <a:p>
            <a:r>
              <a:rPr lang="en-IN" sz="4000" dirty="0"/>
              <a:t>Keystroke Logging Demonstration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7981" y="2102230"/>
            <a:ext cx="6431280" cy="360798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With the rapid growth of cyber threats, understanding how keyboard-based attacks such as keylogging work is essential for cybersecurity students. Many learners lack hands-on exposure to how keystroke monitoring operates at the system level. This project addresses the need for a controlled, educational environment to study keyboard event capturing, logging mechanisms, and their security implications.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 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066228-785A-3814-5672-CA8735CDBD8B}"/>
              </a:ext>
            </a:extLst>
          </p:cNvPr>
          <p:cNvSpPr txBox="1"/>
          <p:nvPr/>
        </p:nvSpPr>
        <p:spPr>
          <a:xfrm>
            <a:off x="660399" y="1997553"/>
            <a:ext cx="984587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This project is an </a:t>
            </a:r>
            <a:r>
              <a:rPr lang="en-US" b="1" dirty="0"/>
              <a:t>educational key event monitoring application</a:t>
            </a:r>
            <a:r>
              <a:rPr lang="en-US" dirty="0"/>
              <a:t> developed using Python. It captures keyboard events such as key press, key hold, and key release using a listener mechanism.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 application provides a </a:t>
            </a:r>
            <a:r>
              <a:rPr lang="en-US" b="1" dirty="0"/>
              <a:t>Graphical User Interface (GUI)</a:t>
            </a:r>
            <a:r>
              <a:rPr lang="en-US" dirty="0"/>
              <a:t> built with </a:t>
            </a:r>
            <a:r>
              <a:rPr lang="en-US" dirty="0" err="1"/>
              <a:t>Tkinter</a:t>
            </a:r>
            <a:r>
              <a:rPr lang="en-US" dirty="0"/>
              <a:t>, allowing the user to start the keylogger interactively. Logged keystrokes are stored in both </a:t>
            </a:r>
            <a:r>
              <a:rPr lang="en-US" b="1" dirty="0"/>
              <a:t>text (.txt)</a:t>
            </a:r>
            <a:r>
              <a:rPr lang="en-US" dirty="0"/>
              <a:t> and </a:t>
            </a:r>
            <a:r>
              <a:rPr lang="en-US" b="1" dirty="0"/>
              <a:t>JSON (.</a:t>
            </a:r>
            <a:r>
              <a:rPr lang="en-US" b="1" dirty="0" err="1"/>
              <a:t>json</a:t>
            </a:r>
            <a:r>
              <a:rPr lang="en-US" b="1" dirty="0"/>
              <a:t>)</a:t>
            </a:r>
            <a:r>
              <a:rPr lang="en-US" dirty="0"/>
              <a:t> formats for easy analysis.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 project is strictly designed for </a:t>
            </a:r>
            <a:r>
              <a:rPr lang="en-US" b="1" dirty="0"/>
              <a:t>learning and cybersecurity lab purposes</a:t>
            </a:r>
            <a:r>
              <a:rPr lang="en-US" dirty="0"/>
              <a:t>, helping students understand how keyloggers function and how such threats can be detected and mitigated.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10643327" cy="3990023"/>
          </a:xfrm>
        </p:spPr>
        <p:txBody>
          <a:bodyPr>
            <a:normAutofit/>
          </a:bodyPr>
          <a:lstStyle/>
          <a:p>
            <a:r>
              <a:rPr lang="en-US" sz="2600" dirty="0"/>
              <a:t>Cybersecurity students</a:t>
            </a:r>
          </a:p>
          <a:p>
            <a:r>
              <a:rPr lang="en-US" sz="2600" dirty="0"/>
              <a:t>Ethical hacking learners</a:t>
            </a:r>
          </a:p>
          <a:p>
            <a:r>
              <a:rPr lang="en-US" sz="2600" dirty="0"/>
              <a:t>Python developers exploring system-level programming</a:t>
            </a:r>
          </a:p>
          <a:p>
            <a:r>
              <a:rPr lang="en-US" sz="2600" dirty="0"/>
              <a:t>Academic institutions (for lab demonstrations)</a:t>
            </a:r>
          </a:p>
          <a:p>
            <a:r>
              <a:rPr lang="en-US" sz="2600" dirty="0"/>
              <a:t>⚠️ </a:t>
            </a:r>
            <a:r>
              <a:rPr lang="en-US" sz="2600" i="1" dirty="0"/>
              <a:t>This application is intended only for authorized and ethical use.</a:t>
            </a:r>
            <a:endParaRPr lang="en-US" sz="2600" dirty="0"/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8DDD5AF-9C5B-A991-987A-1582B67F7B34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1687480" y="1604169"/>
            <a:ext cx="5306291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 Framework: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Keyboard Listener: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pynput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library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Storage: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file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logs.txt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 file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logs.json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Concepts Used: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listeners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Multithreading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handling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D148A-A8C0-673C-6A3B-13E8737D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42C7DA-013D-B01D-B8F6-D22C5E19D9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296551-C63A-7A17-CBF7-C43BA34E3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97" y="1305524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8EED9E9-65E9-C557-6D2D-2CA6C1E1951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8F011F-B248-8C2A-C33B-074B14B1B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6259"/>
            <a:ext cx="1002107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captures keyboard events (Pressed, Held, Released)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Logs keystrokes in readable and structured formats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 allows easy execution without command-line interaction</a:t>
            </a:r>
          </a:p>
        </p:txBody>
      </p:sp>
    </p:spTree>
    <p:extLst>
      <p:ext uri="{BB962C8B-B14F-4D97-AF65-F5344CB8AC3E}">
        <p14:creationId xmlns:p14="http://schemas.microsoft.com/office/powerpoint/2010/main" val="124173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BAA8C5-26C9-2BCB-CD11-B60458AE0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0465"/>
            <a:ext cx="4456632" cy="61818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909412-25B8-6E05-1606-695216F5B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9073" y="748351"/>
            <a:ext cx="7216765" cy="606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BDF04-780E-3626-002F-16B04CC9B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307216-A2FE-6E97-DD3F-72998007F8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79EE37B-B21E-4B98-5A17-FA90F754C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115A700D-156F-E6DB-5C0C-F5E5EC3CC86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3EF640-C95D-4096-2054-B9382E848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0997"/>
            <a:ext cx="7110076" cy="19432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15356D-2248-3EE0-579F-D12B8B148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25583"/>
            <a:ext cx="2606266" cy="31701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86B681-DBDD-9FE7-6457-EA096736C2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542" y="2774265"/>
            <a:ext cx="5305164" cy="19432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91A9B39-4118-2A4C-45F1-E054089AA6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542" y="4675849"/>
            <a:ext cx="5963482" cy="4382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93F1D2-77DA-B57A-B196-67109F425C4E}"/>
              </a:ext>
            </a:extLst>
          </p:cNvPr>
          <p:cNvSpPr txBox="1"/>
          <p:nvPr/>
        </p:nvSpPr>
        <p:spPr>
          <a:xfrm>
            <a:off x="97972" y="6120710"/>
            <a:ext cx="12094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DEMO VIDEO </a:t>
            </a:r>
            <a:r>
              <a:rPr lang="en-IN" dirty="0"/>
              <a:t>link : https://drive.google.com/file/d/1QpfznDRM2yP6jR3HFbWN6NU7MxoiDb_z/view?usp=drive_link 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637043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1000</TotalTime>
  <Words>329</Words>
  <Application>Microsoft Office PowerPoint</Application>
  <PresentationFormat>Widescreen</PresentationFormat>
  <Paragraphs>41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Unicode MS</vt:lpstr>
      <vt:lpstr>Calibri</vt:lpstr>
      <vt:lpstr>Trebuchet MS</vt:lpstr>
      <vt:lpstr>Wingdings</vt:lpstr>
      <vt:lpstr>Wingdings 3</vt:lpstr>
      <vt:lpstr>Facet</vt:lpstr>
      <vt:lpstr>Keystroke Logging Demonstration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Parvez Thabarak</cp:lastModifiedBy>
  <cp:revision>77</cp:revision>
  <dcterms:created xsi:type="dcterms:W3CDTF">2021-07-11T13:13:15Z</dcterms:created>
  <dcterms:modified xsi:type="dcterms:W3CDTF">2025-12-28T14:46:38Z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